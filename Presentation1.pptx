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5" r:id="rId9"/>
    <p:sldId id="262" r:id="rId10"/>
    <p:sldId id="266" r:id="rId11"/>
    <p:sldId id="263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6" autoAdjust="0"/>
    <p:restoredTop sz="94660"/>
  </p:normalViewPr>
  <p:slideViewPr>
    <p:cSldViewPr snapToGrid="0">
      <p:cViewPr>
        <p:scale>
          <a:sx n="66" d="100"/>
          <a:sy n="66" d="100"/>
        </p:scale>
        <p:origin x="900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1FDB3-A36F-453E-8451-1E301FD60AFB}" type="datetimeFigureOut">
              <a:rPr lang="en-US" smtClean="0"/>
              <a:t>5/21/2019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DBB22-D14A-4E57-9D26-6C92D77CB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934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1FDB3-A36F-453E-8451-1E301FD60AFB}" type="datetimeFigureOut">
              <a:rPr lang="en-US" smtClean="0"/>
              <a:t>5/21/2019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DBB22-D14A-4E57-9D26-6C92D77CB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967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1FDB3-A36F-453E-8451-1E301FD60AFB}" type="datetimeFigureOut">
              <a:rPr lang="en-US" smtClean="0"/>
              <a:t>5/21/2019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DBB22-D14A-4E57-9D26-6C92D77CB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698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1FDB3-A36F-453E-8451-1E301FD60AFB}" type="datetimeFigureOut">
              <a:rPr lang="en-US" smtClean="0"/>
              <a:t>5/21/2019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DBB22-D14A-4E57-9D26-6C92D77CB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192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1FDB3-A36F-453E-8451-1E301FD60AFB}" type="datetimeFigureOut">
              <a:rPr lang="en-US" smtClean="0"/>
              <a:t>5/21/2019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DBB22-D14A-4E57-9D26-6C92D77CB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688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1FDB3-A36F-453E-8451-1E301FD60AFB}" type="datetimeFigureOut">
              <a:rPr lang="en-US" smtClean="0"/>
              <a:t>5/21/2019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DBB22-D14A-4E57-9D26-6C92D77CB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695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1FDB3-A36F-453E-8451-1E301FD60AFB}" type="datetimeFigureOut">
              <a:rPr lang="en-US" smtClean="0"/>
              <a:t>5/21/2019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DBB22-D14A-4E57-9D26-6C92D77CB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863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1FDB3-A36F-453E-8451-1E301FD60AFB}" type="datetimeFigureOut">
              <a:rPr lang="en-US" smtClean="0"/>
              <a:t>5/21/2019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DBB22-D14A-4E57-9D26-6C92D77CB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866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1FDB3-A36F-453E-8451-1E301FD60AFB}" type="datetimeFigureOut">
              <a:rPr lang="en-US" smtClean="0"/>
              <a:t>5/21/2019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DBB22-D14A-4E57-9D26-6C92D77CB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572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1FDB3-A36F-453E-8451-1E301FD60AFB}" type="datetimeFigureOut">
              <a:rPr lang="en-US" smtClean="0"/>
              <a:t>5/21/2019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DBB22-D14A-4E57-9D26-6C92D77CB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100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1FDB3-A36F-453E-8451-1E301FD60AFB}" type="datetimeFigureOut">
              <a:rPr lang="en-US" smtClean="0"/>
              <a:t>5/21/2019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DBB22-D14A-4E57-9D26-6C92D77CB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694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1FDB3-A36F-453E-8451-1E301FD60AFB}" type="datetimeFigureOut">
              <a:rPr lang="en-US" smtClean="0"/>
              <a:t>5/21/2019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8DBB22-D14A-4E57-9D26-6C92D77CB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784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-scm.com/download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1580"/>
            <a:ext cx="12192000" cy="441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541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11680" y="2438400"/>
            <a:ext cx="7802880" cy="186204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1500" b="1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Why </a:t>
            </a:r>
            <a:r>
              <a:rPr lang="en-US" sz="11500" b="1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Git</a:t>
            </a:r>
            <a:r>
              <a:rPr lang="en-US" sz="11500" b="1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?</a:t>
            </a:r>
            <a:endParaRPr lang="en-US" sz="115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74087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184" y="219456"/>
            <a:ext cx="11509248" cy="647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59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67968" y="646176"/>
            <a:ext cx="96316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 smtClean="0"/>
              <a:t>Install </a:t>
            </a:r>
            <a:r>
              <a:rPr lang="en-US" sz="6600" dirty="0" err="1" smtClean="0"/>
              <a:t>Git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14528" y="2353056"/>
            <a:ext cx="114239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>
                <a:hlinkClick r:id="rId2"/>
              </a:rPr>
              <a:t>https://git-scm.com/downloads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401101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52805"/>
            <a:ext cx="10515600" cy="537083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Basics of Linux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95381"/>
            <a:ext cx="10515600" cy="32277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200" dirty="0" smtClean="0">
                <a:solidFill>
                  <a:schemeClr val="accent1">
                    <a:lumMod val="75000"/>
                  </a:schemeClr>
                </a:solidFill>
              </a:rPr>
              <a:t>1) cd Desktop</a:t>
            </a:r>
          </a:p>
          <a:p>
            <a:r>
              <a:rPr lang="en-US" sz="4200" dirty="0"/>
              <a:t> </a:t>
            </a:r>
            <a:r>
              <a:rPr lang="en-US" sz="4200" dirty="0" smtClean="0"/>
              <a:t>takes you to Desktop</a:t>
            </a:r>
          </a:p>
          <a:p>
            <a:pPr marL="0" indent="0">
              <a:buNone/>
            </a:pPr>
            <a:r>
              <a:rPr lang="en-US" sz="4200" dirty="0" smtClean="0">
                <a:solidFill>
                  <a:schemeClr val="accent1">
                    <a:lumMod val="75000"/>
                  </a:schemeClr>
                </a:solidFill>
              </a:rPr>
              <a:t>2) ls </a:t>
            </a:r>
          </a:p>
          <a:p>
            <a:r>
              <a:rPr lang="en-US" sz="4200" dirty="0" smtClean="0"/>
              <a:t>Displays files and folders in desktop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69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364" y="841248"/>
            <a:ext cx="11854354" cy="509625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34596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43840"/>
            <a:ext cx="10515600" cy="55328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 smtClean="0"/>
              <a:t>3)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mkdir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PracticeGit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3600" dirty="0" smtClean="0"/>
              <a:t>Creates a folder (Directory) named ‘</a:t>
            </a:r>
            <a:r>
              <a:rPr lang="en-US" sz="3600" dirty="0" err="1" smtClean="0"/>
              <a:t>PrcticeGit</a:t>
            </a:r>
            <a:r>
              <a:rPr lang="en-US" sz="3600" dirty="0" smtClean="0"/>
              <a:t>’ on Desktop.</a:t>
            </a:r>
          </a:p>
          <a:p>
            <a:pPr marL="0" indent="0">
              <a:buNone/>
            </a:pPr>
            <a:endParaRPr lang="en-US" sz="3600" dirty="0" smtClean="0"/>
          </a:p>
          <a:p>
            <a:pPr marL="0" indent="0">
              <a:buNone/>
            </a:pPr>
            <a:r>
              <a:rPr lang="en-US" sz="3600" dirty="0" smtClean="0"/>
              <a:t>4) 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cd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PracticeGit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dirty="0"/>
              <a:t>(Recall what this command does</a:t>
            </a:r>
            <a:r>
              <a:rPr lang="en-US" sz="3600" dirty="0" smtClean="0"/>
              <a:t>)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dirty="0"/>
              <a:t>5) 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p</a:t>
            </a:r>
            <a:r>
              <a:rPr lang="en-US" sz="3600" dirty="0" err="1" smtClean="0">
                <a:solidFill>
                  <a:schemeClr val="accent1">
                    <a:lumMod val="75000"/>
                  </a:schemeClr>
                </a:solidFill>
              </a:rPr>
              <a:t>wd</a:t>
            </a:r>
            <a:endParaRPr lang="en-US" sz="3600" dirty="0" smtClean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3600" dirty="0"/>
              <a:t>Gives the current directory on which we </a:t>
            </a:r>
            <a:r>
              <a:rPr lang="en-US" sz="3600" dirty="0" smtClean="0"/>
              <a:t>are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111052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20" y="1365504"/>
            <a:ext cx="11728455" cy="399287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7099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89560"/>
            <a:ext cx="10515600" cy="47904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 smtClean="0"/>
              <a:t>5) </a:t>
            </a:r>
            <a:r>
              <a:rPr lang="en-US" sz="4000" dirty="0" smtClean="0">
                <a:solidFill>
                  <a:schemeClr val="accent1">
                    <a:lumMod val="75000"/>
                  </a:schemeClr>
                </a:solidFill>
              </a:rPr>
              <a:t>vi Biodata.txt</a:t>
            </a:r>
          </a:p>
          <a:p>
            <a:r>
              <a:rPr lang="en-US" sz="4000" dirty="0" smtClean="0"/>
              <a:t>Opens a Text Editor inside the window.</a:t>
            </a:r>
          </a:p>
          <a:p>
            <a:pPr marL="0" indent="0">
              <a:buNone/>
            </a:pPr>
            <a:endParaRPr lang="en-US" sz="4000" dirty="0" smtClean="0"/>
          </a:p>
          <a:p>
            <a:pPr marL="0" indent="0">
              <a:buNone/>
            </a:pPr>
            <a:r>
              <a:rPr lang="en-US" sz="4000" dirty="0" smtClean="0"/>
              <a:t>6) To insert data – </a:t>
            </a:r>
            <a:r>
              <a:rPr lang="en-US" sz="4000" dirty="0" smtClean="0">
                <a:solidFill>
                  <a:schemeClr val="accent1">
                    <a:lumMod val="75000"/>
                  </a:schemeClr>
                </a:solidFill>
              </a:rPr>
              <a:t>press “</a:t>
            </a:r>
            <a:r>
              <a:rPr lang="en-US" sz="4000" dirty="0" err="1" smtClean="0">
                <a:solidFill>
                  <a:schemeClr val="accent1">
                    <a:lumMod val="75000"/>
                  </a:schemeClr>
                </a:solidFill>
              </a:rPr>
              <a:t>i</a:t>
            </a:r>
            <a:r>
              <a:rPr lang="en-US" sz="4000" dirty="0" smtClean="0">
                <a:solidFill>
                  <a:schemeClr val="accent1">
                    <a:lumMod val="75000"/>
                  </a:schemeClr>
                </a:solidFill>
              </a:rPr>
              <a:t>”</a:t>
            </a:r>
          </a:p>
          <a:p>
            <a:pPr marL="0" indent="0">
              <a:buNone/>
            </a:pPr>
            <a:endParaRPr lang="en-US" sz="40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4000" dirty="0" smtClean="0"/>
              <a:t>7) To save data – </a:t>
            </a:r>
            <a:r>
              <a:rPr lang="en-US" sz="4000" dirty="0" smtClean="0">
                <a:solidFill>
                  <a:schemeClr val="accent1">
                    <a:lumMod val="75000"/>
                  </a:schemeClr>
                </a:solidFill>
              </a:rPr>
              <a:t>press “esc” followed by “:</a:t>
            </a:r>
            <a:r>
              <a:rPr lang="en-US" sz="4000" dirty="0" err="1" smtClean="0">
                <a:solidFill>
                  <a:schemeClr val="accent1">
                    <a:lumMod val="75000"/>
                  </a:schemeClr>
                </a:solidFill>
              </a:rPr>
              <a:t>wq</a:t>
            </a:r>
            <a:r>
              <a:rPr lang="en-US" sz="4000" dirty="0" smtClean="0">
                <a:solidFill>
                  <a:schemeClr val="accent1">
                    <a:lumMod val="75000"/>
                  </a:schemeClr>
                </a:solidFill>
              </a:rPr>
              <a:t>”</a:t>
            </a:r>
          </a:p>
          <a:p>
            <a:pPr marL="0" indent="0">
              <a:buNone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576720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2656" y="609897"/>
            <a:ext cx="4116265" cy="56352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2913" y="609897"/>
            <a:ext cx="4797658" cy="558416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55069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16993"/>
            <a:ext cx="10515600" cy="34747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dirty="0" smtClean="0"/>
              <a:t>Task</a:t>
            </a:r>
          </a:p>
          <a:p>
            <a:pPr marL="0" indent="0">
              <a:buNone/>
            </a:pPr>
            <a:r>
              <a:rPr lang="en-US" sz="2400" dirty="0" smtClean="0"/>
              <a:t>Create 2 similar .txt files. These should be inside “</a:t>
            </a:r>
            <a:r>
              <a:rPr lang="en-US" sz="2400" dirty="0" err="1" smtClean="0"/>
              <a:t>PracticeGit</a:t>
            </a:r>
            <a:r>
              <a:rPr lang="en-US" sz="2400" dirty="0" smtClean="0"/>
              <a:t>” directory. Name these .txt files as:</a:t>
            </a:r>
          </a:p>
          <a:p>
            <a:pPr marL="514350" indent="-514350">
              <a:buAutoNum type="arabicParenR"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</a:rPr>
              <a:t>ood.txt</a:t>
            </a:r>
          </a:p>
          <a:p>
            <a:pPr marL="514350" indent="-514350">
              <a:buAutoNum type="arabicParenR"/>
            </a:pP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</a:rPr>
              <a:t>Sport.txt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428" y="3219124"/>
            <a:ext cx="3038856" cy="33730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617" y="3219124"/>
            <a:ext cx="2877222" cy="336144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71741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5545" y="1991418"/>
            <a:ext cx="3902512" cy="468515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06400" y="391886"/>
            <a:ext cx="11321143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After saving and exiting, write 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“cat &lt;filename&gt;” </a:t>
            </a:r>
            <a:r>
              <a:rPr lang="en-US" sz="3600" dirty="0"/>
              <a:t>to view the contents of the file in read-only mode</a:t>
            </a:r>
            <a:r>
              <a:rPr lang="en-US" sz="4400" dirty="0" smtClean="0"/>
              <a:t>.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641735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881108" y="2444820"/>
            <a:ext cx="6458819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000" b="1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Git</a:t>
            </a:r>
            <a:r>
              <a:rPr lang="en-US" sz="8000" b="1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Commands</a:t>
            </a:r>
            <a:endParaRPr lang="en-US" sz="5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70695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856117" y="311220"/>
            <a:ext cx="41894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Git</a:t>
            </a:r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Repository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391" y="1866673"/>
            <a:ext cx="5307466" cy="33755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4077" y="1866673"/>
            <a:ext cx="5268233" cy="466475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43391" y="5297714"/>
            <a:ext cx="53074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Repository in </a:t>
            </a:r>
            <a:r>
              <a:rPr lang="en-US" sz="2400" b="1" dirty="0" err="1" smtClean="0"/>
              <a:t>Git</a:t>
            </a:r>
            <a:r>
              <a:rPr lang="en-US" sz="2400" b="1" dirty="0" smtClean="0"/>
              <a:t> is similar to a folder</a:t>
            </a:r>
          </a:p>
          <a:p>
            <a:r>
              <a:rPr lang="en-US" sz="2400" b="1" dirty="0" smtClean="0"/>
              <a:t>in windows. Files are stored inside a repository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874629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8932"/>
          </a:xfrm>
        </p:spPr>
        <p:txBody>
          <a:bodyPr/>
          <a:lstStyle/>
          <a:p>
            <a:r>
              <a:rPr lang="en-US" dirty="0" smtClean="0"/>
              <a:t>To convert a Folder into a Repository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86609"/>
            <a:ext cx="10515600" cy="1817461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cd 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PracticeGit</a:t>
            </a:r>
            <a:endParaRPr lang="en-US" dirty="0" smtClean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it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init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US" dirty="0"/>
              <a:t>converts a directory into repository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l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s –a: </a:t>
            </a:r>
            <a:r>
              <a:rPr lang="en-US" sz="2600" dirty="0" smtClean="0"/>
              <a:t>lists all files and also hidden files (those which start with a dot(.))</a:t>
            </a:r>
            <a:endParaRPr lang="en-US" sz="2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3104070"/>
            <a:ext cx="10410371" cy="3547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413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41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032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err="1" smtClean="0"/>
              <a:t>Git</a:t>
            </a:r>
            <a:r>
              <a:rPr lang="en-US" b="1" dirty="0" smtClean="0"/>
              <a:t> Branches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47542" y="1317625"/>
            <a:ext cx="4706257" cy="1512661"/>
          </a:xfrm>
        </p:spPr>
        <p:txBody>
          <a:bodyPr>
            <a:noAutofit/>
          </a:bodyPr>
          <a:lstStyle/>
          <a:p>
            <a:r>
              <a:rPr lang="en-US" sz="3600" dirty="0" smtClean="0"/>
              <a:t>When multiple users work on the same repository, they create their own branches.</a:t>
            </a:r>
          </a:p>
          <a:p>
            <a:pPr marL="0" indent="0">
              <a:buNone/>
            </a:pPr>
            <a:endParaRPr lang="en-US" sz="3600" dirty="0"/>
          </a:p>
          <a:p>
            <a:r>
              <a:rPr lang="en-US" sz="3600" dirty="0" smtClean="0"/>
              <a:t>Default branch is </a:t>
            </a:r>
            <a:r>
              <a:rPr lang="en-US" sz="3600" dirty="0" smtClean="0">
                <a:solidFill>
                  <a:schemeClr val="accent1"/>
                </a:solidFill>
              </a:rPr>
              <a:t>“master” </a:t>
            </a:r>
            <a:r>
              <a:rPr lang="en-US" sz="3600" dirty="0" smtClean="0"/>
              <a:t>branch</a:t>
            </a:r>
            <a:endParaRPr lang="en-US" sz="36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578" y="1317625"/>
            <a:ext cx="5984992" cy="515574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49186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9535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</TotalTime>
  <Words>234</Words>
  <Application>Microsoft Office PowerPoint</Application>
  <PresentationFormat>Widescreen</PresentationFormat>
  <Paragraphs>38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Basics of Linux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 convert a Folder into a Repository</vt:lpstr>
      <vt:lpstr>PowerPoint Presentation</vt:lpstr>
      <vt:lpstr>Git Branches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Aditya Goel</dc:creator>
  <cp:lastModifiedBy>Aditya Goel</cp:lastModifiedBy>
  <cp:revision>24</cp:revision>
  <dcterms:created xsi:type="dcterms:W3CDTF">2019-05-21T05:07:54Z</dcterms:created>
  <dcterms:modified xsi:type="dcterms:W3CDTF">2019-05-21T13:39:53Z</dcterms:modified>
</cp:coreProperties>
</file>